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FF00FF"/>
    <a:srgbClr val="EC88DB"/>
    <a:srgbClr val="E8F48C"/>
    <a:srgbClr val="980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590C-F6C2-FF03-C9E7-D43732653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B5C78-BEEB-A0C1-E0AA-706DBA1B9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36038-9299-841B-C3AF-5D282803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A2A6-535C-6214-0E6D-7758971A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CD42-7D7C-73E5-CE81-1F90EC44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6675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7E70-25ED-2C8E-1CBF-FBB8F549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8F9E-8238-B502-21F4-FC606B1C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1B48-A278-44D5-AB9F-B0AD1A16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DD930-C19F-8ABD-F99A-802922F1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BBFC7-254A-5FAD-E956-AEC70587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306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5F24-A09C-F31A-E3B1-8DBB2134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0DBE1-2D84-49E3-FF3F-A9E424046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6BC08-9F99-7534-FE08-0F9FD978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CBDF0-8C8B-527A-E7F1-5F0EC8FD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4E213-B8A0-6635-5869-D1FD5812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0947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884F-7480-A515-3086-18F50E93E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AFB18-45C6-7983-3FBD-261DAB1FE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66078-3C8A-1D3C-EA72-35BCD8D1F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BBF94-7480-81FE-E624-436FE100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CF110-1A7C-BFD2-5042-3D142898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B4427-C0EF-3BF1-C1F5-9BA1E9E7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62116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92AB-1DCC-0DB5-CF9D-994F8D2E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1D1-F16D-1310-4575-14A2AAE2E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45649-4D56-E488-4940-E037A53CA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692DA-1F65-9D3F-36DD-58DE58A14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23FB5-78A9-BF20-F845-D1564DAEA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95B4F-9068-135F-4943-CBAC5ED2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A2B74-16BB-39E0-E52E-FF70AE8B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5B961-8228-1E14-AFF6-CA564F5D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58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AF42-9568-44F7-6A59-527BBF3EC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1F01C-5DD9-AE10-CF90-1991E7B1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42D0E-6DD3-CD88-2D93-DA6B8EF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C8E8D-D146-2F77-DF79-83B920AC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25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8D474-9AED-4D24-82BD-7943C56C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6EACA-02AF-7B87-18AE-D51CB4BD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EF6F0-CC5B-E1A9-E05B-5A502D7D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6745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F036-49DA-6DE9-EB9D-D33C1519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C5E74-2A03-EC27-37F7-14DA25206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09FF9-4BEC-4D47-4AAB-5EE5C6D70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6284F-4291-7640-6FC2-B3661457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0BE96-75DA-DC17-6F42-CE69EE09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763E5-9B84-18DD-26BD-A3B35C16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28032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BE88-66B2-1F28-3146-199BEC50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4160A-293A-3FA3-D9B9-50B3425D4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ABFF6-7930-6BC4-3D0D-DC238AF59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C3700-F39B-14CD-3213-1AAEAA5F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09C0D-827E-BE1F-7052-028B5152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FB8A0-2049-AD35-5131-DFC9492B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90671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6E38-5248-70F6-D735-90EA86A4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A6804-59B6-02C9-D612-7CED0F8F3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EF170-90AF-B5D0-5037-4A8C647F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CB80F-D93B-FE93-8573-A810CE7C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391F2-A524-375A-924F-F5F404E6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2021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DA054-C09C-FA9A-320C-626C85E1F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AE461-F35C-9921-D603-2F9CD22BE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0B885-04DA-CE56-D2A6-D244B02D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15E3-1019-D546-687F-589BCB37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9D825-CC40-21EE-0050-C5DD0933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004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EC738-2156-003B-49C1-6CCDB3FD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61F86-A0B5-DFA4-DDFF-679AC5C46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0ED96-3BFE-CFB4-EC4B-5968117D7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0BC87-4BCB-4B61-AE59-4B0158C76FDF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8A524-9E5B-965A-08CE-CE832A1CA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F20B5-A9DB-8C2D-8D5A-067E25453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FE230-9113-49C6-8715-BC20FF4905E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0209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316BFF-D064-D74B-841C-DB6D1EE49623}"/>
              </a:ext>
            </a:extLst>
          </p:cNvPr>
          <p:cNvSpPr/>
          <p:nvPr/>
        </p:nvSpPr>
        <p:spPr>
          <a:xfrm>
            <a:off x="4778829" y="206828"/>
            <a:ext cx="2645228" cy="3483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1.IMAGE ACQUISITION</a:t>
            </a:r>
            <a:endParaRPr lang="en-AE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29BA0E-A398-397A-46B4-B7995630784F}"/>
              </a:ext>
            </a:extLst>
          </p:cNvPr>
          <p:cNvSpPr/>
          <p:nvPr/>
        </p:nvSpPr>
        <p:spPr>
          <a:xfrm>
            <a:off x="4212771" y="1012371"/>
            <a:ext cx="925286" cy="3483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Cameras</a:t>
            </a:r>
            <a:endParaRPr lang="en-AE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17A966-42C7-4B1C-3708-C7660EB7A0B4}"/>
              </a:ext>
            </a:extLst>
          </p:cNvPr>
          <p:cNvSpPr/>
          <p:nvPr/>
        </p:nvSpPr>
        <p:spPr>
          <a:xfrm>
            <a:off x="5682343" y="1012371"/>
            <a:ext cx="925286" cy="3483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Sensors</a:t>
            </a:r>
            <a:endParaRPr lang="en-AE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1A223F-FB33-0D6F-93ED-281859510EA2}"/>
              </a:ext>
            </a:extLst>
          </p:cNvPr>
          <p:cNvSpPr/>
          <p:nvPr/>
        </p:nvSpPr>
        <p:spPr>
          <a:xfrm>
            <a:off x="7282543" y="1012371"/>
            <a:ext cx="925286" cy="3483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Image Format</a:t>
            </a:r>
            <a:endParaRPr lang="en-AE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5E135C-2AB6-FEEC-4451-5AE09C14E030}"/>
              </a:ext>
            </a:extLst>
          </p:cNvPr>
          <p:cNvCxnSpPr>
            <a:cxnSpLocks/>
          </p:cNvCxnSpPr>
          <p:nvPr/>
        </p:nvCxnSpPr>
        <p:spPr>
          <a:xfrm>
            <a:off x="6144986" y="555171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83E95C-EA2A-4800-723E-76DC7DF1EADB}"/>
              </a:ext>
            </a:extLst>
          </p:cNvPr>
          <p:cNvCxnSpPr>
            <a:endCxn id="5" idx="0"/>
          </p:cNvCxnSpPr>
          <p:nvPr/>
        </p:nvCxnSpPr>
        <p:spPr>
          <a:xfrm>
            <a:off x="4675414" y="783771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667F5E-D307-49A6-0EB5-3DA155D7DDCD}"/>
              </a:ext>
            </a:extLst>
          </p:cNvPr>
          <p:cNvCxnSpPr>
            <a:endCxn id="7" idx="0"/>
          </p:cNvCxnSpPr>
          <p:nvPr/>
        </p:nvCxnSpPr>
        <p:spPr>
          <a:xfrm>
            <a:off x="7745186" y="783771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FE552D-68AC-CC81-8FCC-75B9869EF377}"/>
              </a:ext>
            </a:extLst>
          </p:cNvPr>
          <p:cNvCxnSpPr/>
          <p:nvPr/>
        </p:nvCxnSpPr>
        <p:spPr>
          <a:xfrm>
            <a:off x="4675414" y="783771"/>
            <a:ext cx="30697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5E768D7-4E62-B7B6-89D7-4BD4D31B582C}"/>
              </a:ext>
            </a:extLst>
          </p:cNvPr>
          <p:cNvSpPr/>
          <p:nvPr/>
        </p:nvSpPr>
        <p:spPr>
          <a:xfrm>
            <a:off x="4925786" y="2209799"/>
            <a:ext cx="2438400" cy="1709036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COMPUTER VISION</a:t>
            </a:r>
            <a:endParaRPr lang="en-AE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CF72DB-C3C1-D023-9D1C-AA7D165AD5FF}"/>
              </a:ext>
            </a:extLst>
          </p:cNvPr>
          <p:cNvCxnSpPr>
            <a:stCxn id="6" idx="2"/>
            <a:endCxn id="17" idx="0"/>
          </p:cNvCxnSpPr>
          <p:nvPr/>
        </p:nvCxnSpPr>
        <p:spPr>
          <a:xfrm>
            <a:off x="6144986" y="1360714"/>
            <a:ext cx="0" cy="8490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E535D5-1C40-483F-EC9B-C3BB9427EFF8}"/>
              </a:ext>
            </a:extLst>
          </p:cNvPr>
          <p:cNvSpPr/>
          <p:nvPr/>
        </p:nvSpPr>
        <p:spPr>
          <a:xfrm>
            <a:off x="1284514" y="1665514"/>
            <a:ext cx="1915886" cy="370115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2.IMAGE PROCESSING</a:t>
            </a:r>
            <a:endParaRPr lang="en-AE" sz="1200" b="1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24F17D-CC4B-ED07-F4C8-280AF1A4C20B}"/>
              </a:ext>
            </a:extLst>
          </p:cNvPr>
          <p:cNvCxnSpPr>
            <a:cxnSpLocks/>
          </p:cNvCxnSpPr>
          <p:nvPr/>
        </p:nvCxnSpPr>
        <p:spPr>
          <a:xfrm>
            <a:off x="1415143" y="2035629"/>
            <a:ext cx="0" cy="1197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FDE0C1-F40F-D057-F789-89F8380E29A8}"/>
              </a:ext>
            </a:extLst>
          </p:cNvPr>
          <p:cNvCxnSpPr/>
          <p:nvPr/>
        </p:nvCxnSpPr>
        <p:spPr>
          <a:xfrm>
            <a:off x="1415143" y="2209799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D7046D-2625-14F0-B619-6E9AA77F166C}"/>
              </a:ext>
            </a:extLst>
          </p:cNvPr>
          <p:cNvSpPr/>
          <p:nvPr/>
        </p:nvSpPr>
        <p:spPr>
          <a:xfrm>
            <a:off x="1785257" y="2188025"/>
            <a:ext cx="1295395" cy="370115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Filtering</a:t>
            </a:r>
            <a:endParaRPr lang="en-AE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5247E6-84FB-E3B6-50B7-734C8C2CDC46}"/>
              </a:ext>
            </a:extLst>
          </p:cNvPr>
          <p:cNvCxnSpPr/>
          <p:nvPr/>
        </p:nvCxnSpPr>
        <p:spPr>
          <a:xfrm>
            <a:off x="1415143" y="2743200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FE34CBA-AC63-6613-FD95-9CD631052560}"/>
              </a:ext>
            </a:extLst>
          </p:cNvPr>
          <p:cNvSpPr/>
          <p:nvPr/>
        </p:nvSpPr>
        <p:spPr>
          <a:xfrm>
            <a:off x="1785256" y="2710536"/>
            <a:ext cx="1295385" cy="370114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Enhancement</a:t>
            </a:r>
            <a:endParaRPr lang="en-AE" sz="12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B3B703-95C9-16E7-4823-C413F5937D05}"/>
              </a:ext>
            </a:extLst>
          </p:cNvPr>
          <p:cNvCxnSpPr/>
          <p:nvPr/>
        </p:nvCxnSpPr>
        <p:spPr>
          <a:xfrm>
            <a:off x="1415143" y="3233057"/>
            <a:ext cx="370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772DF44-748D-245B-5750-A3908ED5517B}"/>
              </a:ext>
            </a:extLst>
          </p:cNvPr>
          <p:cNvSpPr/>
          <p:nvPr/>
        </p:nvSpPr>
        <p:spPr>
          <a:xfrm>
            <a:off x="1785256" y="3189500"/>
            <a:ext cx="1295374" cy="370114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Thresholding</a:t>
            </a:r>
            <a:endParaRPr lang="en-AE" sz="14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9FB87E-6079-F325-C112-CED899DC1F06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>
            <a:off x="3200400" y="1850572"/>
            <a:ext cx="2082481" cy="6095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7ED1A5-8414-14CB-DA16-D3EF06AADBD3}"/>
              </a:ext>
            </a:extLst>
          </p:cNvPr>
          <p:cNvCxnSpPr>
            <a:endCxn id="17" idx="7"/>
          </p:cNvCxnSpPr>
          <p:nvPr/>
        </p:nvCxnSpPr>
        <p:spPr>
          <a:xfrm flipH="1">
            <a:off x="7007091" y="1850571"/>
            <a:ext cx="2202229" cy="6095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CE28DCF-2BD5-9680-43A8-B1F3E00485C0}"/>
              </a:ext>
            </a:extLst>
          </p:cNvPr>
          <p:cNvSpPr/>
          <p:nvPr/>
        </p:nvSpPr>
        <p:spPr>
          <a:xfrm>
            <a:off x="1502229" y="4005943"/>
            <a:ext cx="2198913" cy="370107"/>
          </a:xfrm>
          <a:prstGeom prst="roundRect">
            <a:avLst/>
          </a:prstGeom>
          <a:solidFill>
            <a:srgbClr val="98007B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4.IMAGE ANALYSIS</a:t>
            </a:r>
            <a:endParaRPr lang="en-AE" sz="1600" b="1" dirty="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FF6C99F-A9CB-6970-2AED-A936F0FAF8DE}"/>
              </a:ext>
            </a:extLst>
          </p:cNvPr>
          <p:cNvSpPr/>
          <p:nvPr/>
        </p:nvSpPr>
        <p:spPr>
          <a:xfrm>
            <a:off x="789215" y="4855029"/>
            <a:ext cx="1426028" cy="370085"/>
          </a:xfrm>
          <a:prstGeom prst="roundRect">
            <a:avLst/>
          </a:prstGeom>
          <a:solidFill>
            <a:srgbClr val="98007B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Segmentation</a:t>
            </a:r>
            <a:endParaRPr lang="en-AE" sz="1400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733655A-4193-5A39-FE7B-BA06CDDFE473}"/>
              </a:ext>
            </a:extLst>
          </p:cNvPr>
          <p:cNvSpPr/>
          <p:nvPr/>
        </p:nvSpPr>
        <p:spPr>
          <a:xfrm>
            <a:off x="2487386" y="4855028"/>
            <a:ext cx="1426028" cy="370085"/>
          </a:xfrm>
          <a:prstGeom prst="roundRect">
            <a:avLst/>
          </a:prstGeom>
          <a:solidFill>
            <a:srgbClr val="98007B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Classification</a:t>
            </a:r>
            <a:endParaRPr lang="en-AE" sz="1400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D939953-1701-9412-8C68-FA9628F53E93}"/>
              </a:ext>
            </a:extLst>
          </p:cNvPr>
          <p:cNvSpPr/>
          <p:nvPr/>
        </p:nvSpPr>
        <p:spPr>
          <a:xfrm>
            <a:off x="4241640" y="4855028"/>
            <a:ext cx="1426028" cy="370085"/>
          </a:xfrm>
          <a:prstGeom prst="roundRect">
            <a:avLst/>
          </a:prstGeom>
          <a:solidFill>
            <a:srgbClr val="98007B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Recognition</a:t>
            </a:r>
            <a:endParaRPr lang="en-AE" sz="14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5DB01AF-089E-399C-DA97-D46829DCD5D2}"/>
              </a:ext>
            </a:extLst>
          </p:cNvPr>
          <p:cNvCxnSpPr/>
          <p:nvPr/>
        </p:nvCxnSpPr>
        <p:spPr>
          <a:xfrm>
            <a:off x="2884714" y="4376050"/>
            <a:ext cx="0" cy="478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E9398D5-B39C-A67E-8143-F6CD70CEEF05}"/>
              </a:ext>
            </a:extLst>
          </p:cNvPr>
          <p:cNvCxnSpPr>
            <a:endCxn id="55" idx="0"/>
          </p:cNvCxnSpPr>
          <p:nvPr/>
        </p:nvCxnSpPr>
        <p:spPr>
          <a:xfrm>
            <a:off x="1502229" y="4615539"/>
            <a:ext cx="0" cy="23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FA0DEFA-7799-5384-26CB-E81EB663D6F6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4954654" y="4615539"/>
            <a:ext cx="0" cy="239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AF3639C-4001-B57A-C3E1-A05A9517DEE8}"/>
              </a:ext>
            </a:extLst>
          </p:cNvPr>
          <p:cNvCxnSpPr>
            <a:cxnSpLocks/>
          </p:cNvCxnSpPr>
          <p:nvPr/>
        </p:nvCxnSpPr>
        <p:spPr>
          <a:xfrm>
            <a:off x="1502229" y="4615539"/>
            <a:ext cx="34524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C64A84B-CB43-B14D-3DDD-8D1661709DDA}"/>
              </a:ext>
            </a:extLst>
          </p:cNvPr>
          <p:cNvCxnSpPr>
            <a:stCxn id="54" idx="3"/>
            <a:endCxn id="17" idx="3"/>
          </p:cNvCxnSpPr>
          <p:nvPr/>
        </p:nvCxnSpPr>
        <p:spPr>
          <a:xfrm flipV="1">
            <a:off x="3701142" y="3668552"/>
            <a:ext cx="1581739" cy="522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6FE1B5D-4A19-9DBD-6AF3-18B17BB33134}"/>
              </a:ext>
            </a:extLst>
          </p:cNvPr>
          <p:cNvSpPr/>
          <p:nvPr/>
        </p:nvSpPr>
        <p:spPr>
          <a:xfrm>
            <a:off x="5876636" y="4397809"/>
            <a:ext cx="1868550" cy="370107"/>
          </a:xfrm>
          <a:prstGeom prst="round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5.DEEP LEARNING</a:t>
            </a:r>
            <a:endParaRPr lang="en-AE" sz="1400" b="1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B2483FB-F31F-FC58-B1AC-249069780838}"/>
              </a:ext>
            </a:extLst>
          </p:cNvPr>
          <p:cNvSpPr/>
          <p:nvPr/>
        </p:nvSpPr>
        <p:spPr>
          <a:xfrm>
            <a:off x="5793097" y="5089056"/>
            <a:ext cx="731238" cy="272114"/>
          </a:xfrm>
          <a:prstGeom prst="round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CNN</a:t>
            </a:r>
            <a:endParaRPr lang="en-AE" sz="1600" dirty="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AC0818F-3F01-CDF6-DEB0-83AD1179F9C2}"/>
              </a:ext>
            </a:extLst>
          </p:cNvPr>
          <p:cNvSpPr/>
          <p:nvPr/>
        </p:nvSpPr>
        <p:spPr>
          <a:xfrm>
            <a:off x="6649764" y="5072748"/>
            <a:ext cx="731238" cy="272114"/>
          </a:xfrm>
          <a:prstGeom prst="round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YOLO</a:t>
            </a:r>
            <a:endParaRPr lang="en-AE" sz="14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9137609-A7F5-C283-DC4A-00667B60B8AB}"/>
              </a:ext>
            </a:extLst>
          </p:cNvPr>
          <p:cNvSpPr/>
          <p:nvPr/>
        </p:nvSpPr>
        <p:spPr>
          <a:xfrm>
            <a:off x="7506431" y="5072748"/>
            <a:ext cx="731238" cy="272114"/>
          </a:xfrm>
          <a:prstGeom prst="roundRect">
            <a:avLst/>
          </a:prstGeom>
          <a:solidFill>
            <a:srgbClr val="00B0F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ResNet</a:t>
            </a:r>
            <a:endParaRPr lang="en-AE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9E88F9B-F8F1-7A3C-8677-B634F67E53AB}"/>
              </a:ext>
            </a:extLst>
          </p:cNvPr>
          <p:cNvCxnSpPr>
            <a:cxnSpLocks/>
          </p:cNvCxnSpPr>
          <p:nvPr/>
        </p:nvCxnSpPr>
        <p:spPr>
          <a:xfrm>
            <a:off x="6930654" y="4767916"/>
            <a:ext cx="0" cy="321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931645C-ED0E-AE9C-E180-3E1B226CA487}"/>
              </a:ext>
            </a:extLst>
          </p:cNvPr>
          <p:cNvCxnSpPr>
            <a:cxnSpLocks/>
          </p:cNvCxnSpPr>
          <p:nvPr/>
        </p:nvCxnSpPr>
        <p:spPr>
          <a:xfrm>
            <a:off x="6096000" y="4855028"/>
            <a:ext cx="0" cy="234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A272E7-179C-8897-CCB4-D191D3D2341C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7872050" y="4855028"/>
            <a:ext cx="0" cy="217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D83BEEF-25E5-2A5A-1807-EED06CC898A4}"/>
              </a:ext>
            </a:extLst>
          </p:cNvPr>
          <p:cNvCxnSpPr/>
          <p:nvPr/>
        </p:nvCxnSpPr>
        <p:spPr>
          <a:xfrm>
            <a:off x="6096000" y="4855028"/>
            <a:ext cx="17760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9A7B75-DE52-ACCC-244A-285FB05F9D32}"/>
              </a:ext>
            </a:extLst>
          </p:cNvPr>
          <p:cNvSpPr/>
          <p:nvPr/>
        </p:nvSpPr>
        <p:spPr>
          <a:xfrm>
            <a:off x="9203872" y="3929714"/>
            <a:ext cx="1915886" cy="370115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6.APPLICATIONS</a:t>
            </a:r>
            <a:endParaRPr lang="en-AE" sz="1600" b="1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C9B924-A338-3155-BD01-9742CC873C54}"/>
              </a:ext>
            </a:extLst>
          </p:cNvPr>
          <p:cNvCxnSpPr>
            <a:cxnSpLocks/>
          </p:cNvCxnSpPr>
          <p:nvPr/>
        </p:nvCxnSpPr>
        <p:spPr>
          <a:xfrm>
            <a:off x="9334501" y="4299829"/>
            <a:ext cx="0" cy="1197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43C1B5-C904-55E9-D4DA-14D336F188B7}"/>
              </a:ext>
            </a:extLst>
          </p:cNvPr>
          <p:cNvCxnSpPr/>
          <p:nvPr/>
        </p:nvCxnSpPr>
        <p:spPr>
          <a:xfrm>
            <a:off x="9334501" y="4473999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CB95BC-1955-FC94-6159-29368C3B13C6}"/>
              </a:ext>
            </a:extLst>
          </p:cNvPr>
          <p:cNvSpPr/>
          <p:nvPr/>
        </p:nvSpPr>
        <p:spPr>
          <a:xfrm>
            <a:off x="9704615" y="4452225"/>
            <a:ext cx="1295395" cy="370115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Face Recognition</a:t>
            </a:r>
            <a:endParaRPr lang="en-AE" sz="12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9AAB81-6D40-EC5F-36A8-F01E4A2C6A74}"/>
              </a:ext>
            </a:extLst>
          </p:cNvPr>
          <p:cNvCxnSpPr/>
          <p:nvPr/>
        </p:nvCxnSpPr>
        <p:spPr>
          <a:xfrm>
            <a:off x="9334501" y="5007400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7372EB-6A71-6F54-645E-75752083B562}"/>
              </a:ext>
            </a:extLst>
          </p:cNvPr>
          <p:cNvSpPr/>
          <p:nvPr/>
        </p:nvSpPr>
        <p:spPr>
          <a:xfrm>
            <a:off x="9704614" y="4974736"/>
            <a:ext cx="1295385" cy="370114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Object Detection</a:t>
            </a:r>
            <a:endParaRPr lang="en-AE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232CAF-2693-A780-1B3D-E732ABFC578F}"/>
              </a:ext>
            </a:extLst>
          </p:cNvPr>
          <p:cNvCxnSpPr/>
          <p:nvPr/>
        </p:nvCxnSpPr>
        <p:spPr>
          <a:xfrm>
            <a:off x="9334501" y="5497257"/>
            <a:ext cx="370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193F9A-DD69-8087-BC08-0D57D705B527}"/>
              </a:ext>
            </a:extLst>
          </p:cNvPr>
          <p:cNvSpPr/>
          <p:nvPr/>
        </p:nvSpPr>
        <p:spPr>
          <a:xfrm>
            <a:off x="9704614" y="5453700"/>
            <a:ext cx="1295374" cy="370114"/>
          </a:xfrm>
          <a:prstGeom prst="round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Medical Imaging</a:t>
            </a:r>
            <a:endParaRPr lang="en-AE" sz="12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3FA1CD-1BA8-5EDE-FBE1-E007BFBA2D3D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7155960" y="3554178"/>
            <a:ext cx="2047912" cy="5605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728BD12-0F74-5FD7-AEE3-B4AAE8E3ADA7}"/>
              </a:ext>
            </a:extLst>
          </p:cNvPr>
          <p:cNvSpPr/>
          <p:nvPr/>
        </p:nvSpPr>
        <p:spPr>
          <a:xfrm>
            <a:off x="903514" y="5976186"/>
            <a:ext cx="10929253" cy="7185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A373250-574E-96DD-399B-78FD42BC56D5}"/>
              </a:ext>
            </a:extLst>
          </p:cNvPr>
          <p:cNvSpPr/>
          <p:nvPr/>
        </p:nvSpPr>
        <p:spPr>
          <a:xfrm>
            <a:off x="1066786" y="6128657"/>
            <a:ext cx="1366157" cy="4571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Acquisition</a:t>
            </a:r>
            <a:endParaRPr lang="en-AE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47E335-6D05-255A-026A-7AB89B4B05DF}"/>
              </a:ext>
            </a:extLst>
          </p:cNvPr>
          <p:cNvSpPr/>
          <p:nvPr/>
        </p:nvSpPr>
        <p:spPr>
          <a:xfrm>
            <a:off x="2882805" y="6117784"/>
            <a:ext cx="1366157" cy="457102"/>
          </a:xfrm>
          <a:prstGeom prst="roundRect">
            <a:avLst/>
          </a:prstGeom>
          <a:solidFill>
            <a:srgbClr val="E8F4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Processing</a:t>
            </a:r>
            <a:endParaRPr lang="en-AE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788F6B1-4347-A5CB-F37C-B7DBB6021239}"/>
              </a:ext>
            </a:extLst>
          </p:cNvPr>
          <p:cNvSpPr/>
          <p:nvPr/>
        </p:nvSpPr>
        <p:spPr>
          <a:xfrm>
            <a:off x="4801412" y="6128657"/>
            <a:ext cx="1366157" cy="457102"/>
          </a:xfrm>
          <a:prstGeom prst="roundRect">
            <a:avLst/>
          </a:prstGeom>
          <a:solidFill>
            <a:srgbClr val="EC88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Extraction</a:t>
            </a:r>
            <a:endParaRPr lang="en-AE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C2A056C-531A-0A77-67E5-65BF64E9E3AF}"/>
              </a:ext>
            </a:extLst>
          </p:cNvPr>
          <p:cNvSpPr/>
          <p:nvPr/>
        </p:nvSpPr>
        <p:spPr>
          <a:xfrm>
            <a:off x="6762330" y="6117784"/>
            <a:ext cx="1366157" cy="45710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Analysis</a:t>
            </a:r>
            <a:endParaRPr lang="en-AE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E9D104-92CB-5497-5584-D1EAA7BE71F0}"/>
              </a:ext>
            </a:extLst>
          </p:cNvPr>
          <p:cNvSpPr/>
          <p:nvPr/>
        </p:nvSpPr>
        <p:spPr>
          <a:xfrm>
            <a:off x="8680937" y="6117784"/>
            <a:ext cx="1366157" cy="4571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Recognition (Result)</a:t>
            </a:r>
            <a:endParaRPr lang="en-AE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4768095-5CE0-840A-1AD7-AA47C39C26CE}"/>
              </a:ext>
            </a:extLst>
          </p:cNvPr>
          <p:cNvSpPr/>
          <p:nvPr/>
        </p:nvSpPr>
        <p:spPr>
          <a:xfrm>
            <a:off x="10352301" y="6128657"/>
            <a:ext cx="1366157" cy="4571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</a:t>
            </a:r>
            <a:endParaRPr lang="en-AE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9BE096E-4960-5C57-BE2E-B540D053AFA8}"/>
              </a:ext>
            </a:extLst>
          </p:cNvPr>
          <p:cNvCxnSpPr>
            <a:cxnSpLocks/>
          </p:cNvCxnSpPr>
          <p:nvPr/>
        </p:nvCxnSpPr>
        <p:spPr>
          <a:xfrm>
            <a:off x="6785847" y="3813113"/>
            <a:ext cx="2301" cy="584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8264EE0-6FA6-CF79-1626-0110FE25A1BC}"/>
              </a:ext>
            </a:extLst>
          </p:cNvPr>
          <p:cNvCxnSpPr/>
          <p:nvPr/>
        </p:nvCxnSpPr>
        <p:spPr>
          <a:xfrm>
            <a:off x="2432943" y="6357208"/>
            <a:ext cx="449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5B1A55-5314-CA62-5B75-A19EC8F6DB47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4248962" y="6357208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4E723EA-5336-ED3E-B325-704DABDC2905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6167569" y="6346335"/>
            <a:ext cx="594761" cy="10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46981B8-0943-CE0A-58B1-A84BC65AEF67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8108205" y="6335452"/>
            <a:ext cx="572732" cy="10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0CD0C60-11D6-238F-AD8B-510C89239C29}"/>
              </a:ext>
            </a:extLst>
          </p:cNvPr>
          <p:cNvCxnSpPr>
            <a:cxnSpLocks/>
          </p:cNvCxnSpPr>
          <p:nvPr/>
        </p:nvCxnSpPr>
        <p:spPr>
          <a:xfrm>
            <a:off x="10047094" y="6357208"/>
            <a:ext cx="3052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76ABCE1-E975-8BE9-0182-3198A1B2C2BB}"/>
              </a:ext>
            </a:extLst>
          </p:cNvPr>
          <p:cNvSpPr/>
          <p:nvPr/>
        </p:nvSpPr>
        <p:spPr>
          <a:xfrm>
            <a:off x="9237265" y="1649191"/>
            <a:ext cx="1915886" cy="370115"/>
          </a:xfrm>
          <a:prstGeom prst="roundRect">
            <a:avLst/>
          </a:prstGeom>
          <a:solidFill>
            <a:srgbClr val="FF66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3.FEATURE EXTRACTION</a:t>
            </a:r>
            <a:endParaRPr lang="en-AE" sz="1200" b="1" dirty="0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F523EF4-BF19-BC72-9C73-47AC10AD1942}"/>
              </a:ext>
            </a:extLst>
          </p:cNvPr>
          <p:cNvCxnSpPr>
            <a:cxnSpLocks/>
          </p:cNvCxnSpPr>
          <p:nvPr/>
        </p:nvCxnSpPr>
        <p:spPr>
          <a:xfrm>
            <a:off x="9367894" y="2019306"/>
            <a:ext cx="0" cy="11974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854CF16-CAF9-B908-9287-A0851758ADFC}"/>
              </a:ext>
            </a:extLst>
          </p:cNvPr>
          <p:cNvCxnSpPr/>
          <p:nvPr/>
        </p:nvCxnSpPr>
        <p:spPr>
          <a:xfrm>
            <a:off x="9367894" y="2193476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74F95A3-157B-BA0F-6DC1-963EEB8AA96A}"/>
              </a:ext>
            </a:extLst>
          </p:cNvPr>
          <p:cNvSpPr/>
          <p:nvPr/>
        </p:nvSpPr>
        <p:spPr>
          <a:xfrm>
            <a:off x="9738008" y="2171702"/>
            <a:ext cx="1295395" cy="370115"/>
          </a:xfrm>
          <a:prstGeom prst="roundRect">
            <a:avLst/>
          </a:prstGeom>
          <a:solidFill>
            <a:srgbClr val="FF66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Edges</a:t>
            </a:r>
            <a:endParaRPr lang="en-AE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CA0B212-F592-A731-D6C0-A3BF3FCD0F77}"/>
              </a:ext>
            </a:extLst>
          </p:cNvPr>
          <p:cNvCxnSpPr/>
          <p:nvPr/>
        </p:nvCxnSpPr>
        <p:spPr>
          <a:xfrm>
            <a:off x="9367894" y="2726877"/>
            <a:ext cx="37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4E85EAD-C744-46CC-9E03-4F37FDAC01F5}"/>
              </a:ext>
            </a:extLst>
          </p:cNvPr>
          <p:cNvSpPr/>
          <p:nvPr/>
        </p:nvSpPr>
        <p:spPr>
          <a:xfrm>
            <a:off x="9738007" y="2694213"/>
            <a:ext cx="1295385" cy="370114"/>
          </a:xfrm>
          <a:prstGeom prst="roundRect">
            <a:avLst/>
          </a:prstGeom>
          <a:solidFill>
            <a:srgbClr val="FF66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Corners</a:t>
            </a:r>
            <a:endParaRPr lang="en-AE" sz="12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B83EBB9-FB7C-886B-22C1-DB0F291C4FE5}"/>
              </a:ext>
            </a:extLst>
          </p:cNvPr>
          <p:cNvCxnSpPr/>
          <p:nvPr/>
        </p:nvCxnSpPr>
        <p:spPr>
          <a:xfrm>
            <a:off x="9367894" y="3216734"/>
            <a:ext cx="370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D8C9F5AF-54B3-AC73-F1C4-BE67BE187CC5}"/>
              </a:ext>
            </a:extLst>
          </p:cNvPr>
          <p:cNvSpPr/>
          <p:nvPr/>
        </p:nvSpPr>
        <p:spPr>
          <a:xfrm>
            <a:off x="9738007" y="3173177"/>
            <a:ext cx="1295374" cy="370114"/>
          </a:xfrm>
          <a:prstGeom prst="roundRect">
            <a:avLst/>
          </a:prstGeom>
          <a:solidFill>
            <a:srgbClr val="FF66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Descriptors</a:t>
            </a:r>
            <a:endParaRPr lang="en-A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41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𝓯𝓪𝔀𝓪𝔃 𝓼𝓱𝓪𝓲𝓴</dc:creator>
  <cp:lastModifiedBy>𝓯𝓪𝔀𝓪𝔃 𝓼𝓱𝓪𝓲𝓴</cp:lastModifiedBy>
  <cp:revision>2</cp:revision>
  <dcterms:created xsi:type="dcterms:W3CDTF">2026-07-17T09:09:44Z</dcterms:created>
  <dcterms:modified xsi:type="dcterms:W3CDTF">2026-07-19T13:36:24Z</dcterms:modified>
</cp:coreProperties>
</file>