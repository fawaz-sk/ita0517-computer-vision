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08976" y="-1060704"/>
            <a:ext cx="5047488" cy="5047488"/>
          </a:xfrm>
          <a:prstGeom prst="ellipse">
            <a:avLst/>
          </a:prstGeom>
          <a:ln w="15875">
            <a:solidFill>
              <a:srgbClr val="22E6C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92490" y="-377190"/>
            <a:ext cx="3680460" cy="3680460"/>
          </a:xfrm>
          <a:prstGeom prst="ellipse">
            <a:avLst/>
          </a:prstGeom>
          <a:ln w="1587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6004" y="306324"/>
            <a:ext cx="2313432" cy="2313432"/>
          </a:xfrm>
          <a:prstGeom prst="ellipse">
            <a:avLst/>
          </a:prstGeom>
          <a:ln w="15875">
            <a:solidFill>
              <a:srgbClr val="22E6C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940" y="937260"/>
            <a:ext cx="1051560" cy="1051560"/>
          </a:xfrm>
          <a:prstGeom prst="ellipse">
            <a:avLst/>
          </a:prstGeom>
          <a:ln w="15875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5120640"/>
            <a:ext cx="82296" cy="82296"/>
          </a:xfrm>
          <a:prstGeom prst="ellipse">
            <a:avLst/>
          </a:prstGeom>
          <a:solidFill>
            <a:srgbClr val="22E6C8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234440" y="5440680"/>
            <a:ext cx="82296" cy="82296"/>
          </a:xfrm>
          <a:prstGeom prst="ellipse">
            <a:avLst/>
          </a:prstGeom>
          <a:solidFill>
            <a:srgbClr val="8B5CF6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91640" y="5669280"/>
            <a:ext cx="82296" cy="82296"/>
          </a:xfrm>
          <a:prstGeom prst="ellipse">
            <a:avLst/>
          </a:prstGeom>
          <a:solidFill>
            <a:srgbClr val="22E6C8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5760720"/>
            <a:ext cx="82296" cy="82296"/>
          </a:xfrm>
          <a:prstGeom prst="ellipse">
            <a:avLst/>
          </a:prstGeom>
          <a:solidFill>
            <a:srgbClr val="8B5CF6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5989320"/>
            <a:ext cx="82296" cy="82296"/>
          </a:xfrm>
          <a:prstGeom prst="ellipse">
            <a:avLst/>
          </a:prstGeom>
          <a:solidFill>
            <a:srgbClr val="22E6C8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5623560"/>
            <a:ext cx="82296" cy="82296"/>
          </a:xfrm>
          <a:prstGeom prst="ellipse">
            <a:avLst/>
          </a:prstGeom>
          <a:solidFill>
            <a:srgbClr val="8B5CF6">
              <a:alpha val="9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RADIANCE FIELDS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" y="26517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NeRF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3D Scene Reconstruction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49808" y="4343400"/>
            <a:ext cx="2743200" cy="0"/>
          </a:xfrm>
          <a:prstGeom prst="line">
            <a:avLst/>
          </a:prstGeom>
          <a:noFill/>
          <a:ln w="25400">
            <a:solidFill>
              <a:srgbClr val="22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526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Presentation on Deep Learning for View Synthesis &amp; Volumetric Rendering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Neural Radiance Fields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is a deep learning technique that represents a 3D scene as a continuous volumetric function, learned entirely from a sparse set of 2D photographs taken from different viewpoints.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33472"/>
            <a:ext cx="347472" cy="347472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560320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3D Representation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51560" y="2852928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meshes or voxels, the scene is encoded as weights inside a small neural network.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02152"/>
            <a:ext cx="347472" cy="347472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429000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View Synthesis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3721608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brand-new, unseen camera angles of a scene with realistic lighting and detail.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347472" cy="347472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70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297680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from 2D Images Only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51560" y="4590288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using ordinary photos plus their known camera positions — no 3D scans required.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39512"/>
            <a:ext cx="347472" cy="347472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39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5166360"/>
            <a:ext cx="5806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in ECCV 2020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51560" y="5458968"/>
            <a:ext cx="5806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Mildenhall et al., sparking a new wave of research in neural 3D graphics.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60920" y="1508760"/>
            <a:ext cx="4251960" cy="4709160"/>
          </a:xfrm>
          <a:prstGeom prst="roundRect">
            <a:avLst>
              <a:gd name="adj" fmla="val 2581"/>
            </a:avLst>
          </a:prstGeom>
          <a:solidFill>
            <a:srgbClr val="12163A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59752" y="713232"/>
            <a:ext cx="4608576" cy="4608576"/>
          </a:xfrm>
          <a:prstGeom prst="ellipse">
            <a:avLst/>
          </a:prstGeom>
          <a:ln w="15875">
            <a:solidFill>
              <a:srgbClr val="22E6C8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83830" y="1337310"/>
            <a:ext cx="3360420" cy="3360420"/>
          </a:xfrm>
          <a:prstGeom prst="ellipse">
            <a:avLst/>
          </a:prstGeom>
          <a:ln w="1587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07908" y="1961388"/>
            <a:ext cx="2112264" cy="2112264"/>
          </a:xfrm>
          <a:prstGeom prst="ellipse">
            <a:avLst/>
          </a:prstGeom>
          <a:ln w="15875">
            <a:solidFill>
              <a:srgbClr val="22E6C8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83980" y="2537460"/>
            <a:ext cx="960120" cy="960120"/>
          </a:xfrm>
          <a:prstGeom prst="ellipse">
            <a:avLst/>
          </a:prstGeom>
          <a:ln w="15875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0" y="26974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2E6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697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89520" y="416052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2D Photos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443484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Continuous Volumetric Scene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18120" y="4892040"/>
            <a:ext cx="3337560" cy="0"/>
          </a:xfrm>
          <a:prstGeom prst="line">
            <a:avLst/>
          </a:prstGeom>
          <a:noFill/>
          <a:ln w="12700">
            <a:solidFill>
              <a:srgbClr val="323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502920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EB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picture is worth a thousand rays.”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— AI for 3D Scene Reconstruction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of NeRF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pixel, NeRF casts a camera ray into the scene, samples points along it, and asks a neural network what each point looks like — then blends the answers into one pixel color.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53312" y="2496312"/>
            <a:ext cx="512064" cy="512064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7" name="Text 5"/>
          <p:cNvSpPr/>
          <p:nvPr/>
        </p:nvSpPr>
        <p:spPr>
          <a:xfrm>
            <a:off x="1353312" y="2496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32004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 Rays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3703320"/>
            <a:ext cx="17922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ray is traced through each pixel of the target image, out into the 3D scene.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51760" y="365760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34640" y="224028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9312" y="2496312"/>
            <a:ext cx="512064" cy="512064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2496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71800" y="32004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Points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999232" y="3703320"/>
            <a:ext cx="17922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3D points (x, y, z) are sampled at intervals along each ray.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224028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25312" y="2496312"/>
            <a:ext cx="512064" cy="512064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2496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32004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the MLP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285232" y="3703320"/>
            <a:ext cx="17922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+ viewing direction (θ, φ) is fed to a neural network.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223760" y="365760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06640" y="224028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11312" y="2496312"/>
            <a:ext cx="512064" cy="512064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25" name="Text 23"/>
          <p:cNvSpPr/>
          <p:nvPr/>
        </p:nvSpPr>
        <p:spPr>
          <a:xfrm>
            <a:off x="8211312" y="2496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43800" y="32004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σ &amp; RGB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571232" y="3703320"/>
            <a:ext cx="17922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outputs a volume density σ and view-dependent color for the point.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509760" y="3657600"/>
            <a:ext cx="393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692640" y="2240280"/>
            <a:ext cx="2121408" cy="324612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2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A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497312" y="2496312"/>
            <a:ext cx="512064" cy="512064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31" name="Text 29"/>
          <p:cNvSpPr/>
          <p:nvPr/>
        </p:nvSpPr>
        <p:spPr>
          <a:xfrm>
            <a:off x="10497312" y="24963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829800" y="320040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Render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857232" y="3703320"/>
            <a:ext cx="1792224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Densities &amp; colors along the ray are integrated into one final pixel color.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74243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= difference between rendered pixel colors and the real photograph, back-propagated into the network's weights.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— AI for 3D Scene Reconstruction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NeRF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Multilayer Perceptron (MLP) maps a positionally-encoded 5D coordinate to color and density.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69164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221284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76072" y="2670048"/>
            <a:ext cx="15453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(x,y,z)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(θ,φ)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2212848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96312" y="267004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inputs to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features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222A66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212848"/>
            <a:ext cx="2459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Backbone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2670048"/>
            <a:ext cx="24597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fully-connected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layers (256 units)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skip connection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69480" y="2103120"/>
            <a:ext cx="178308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42632" y="2212848"/>
            <a:ext cx="16367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Head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42632" y="267004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volume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σ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(view-independent)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81160" y="210312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54312" y="2212848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Head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354312" y="2670048"/>
            <a:ext cx="22311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view direction →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RGB radiance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(view-dependent)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94560" y="27020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206240" y="27020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7020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2560" y="2702052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90956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83564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38160" y="39776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0E123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3977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61320" y="397764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0E123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61320" y="397764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983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31520" y="53218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5D input is re-injected midway through the MLP to preserve fine spatial detail.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97680" y="4846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0" y="4983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Dependence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480560" y="53218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final layers see viewing direction — this captures reflections &amp; specular highlights.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46720" y="4846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1B2158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498348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Sampling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229600" y="53218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 network guides a fine network to sample more points where density is high.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— AI for 3D Scene Reconstruction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8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and Advantages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01168" cy="201168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/ AR Experiences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122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Immersive, free-viewpoint walkthroughs of real captured spaces.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201168" cy="201168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5694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VFX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2549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doubles and photoreal set extensions from photo shoots.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346704"/>
            <a:ext cx="201168" cy="201168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826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5387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Reconstructing 3D driving scenes for simulation &amp; testing.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201168" cy="201168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95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understanding &amp; navigation from onboard camera views.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73168"/>
            <a:ext cx="201168" cy="201168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Heritage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9651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monuments, art and cultural sites in 3D.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1463040"/>
            <a:ext cx="5349240" cy="4754880"/>
          </a:xfrm>
          <a:prstGeom prst="roundRect">
            <a:avLst>
              <a:gd name="adj" fmla="val 2308"/>
            </a:avLst>
          </a:prstGeom>
          <a:solidFill>
            <a:srgbClr val="12163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1691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29400" y="214884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2A66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11226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Photorealistic Quality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38658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fine detail, soft shadows, and reflections other methods miss.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3108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2A66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30723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Representation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78040" y="334670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entire 3D scene is stored as a few MB of network weights, not gigabytes of mesh/voxel data.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29400" y="40690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2A66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78040" y="40325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&amp; Smooth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78040" y="430682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render any viewpoint or resolution — not limited to a fixed grid.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502920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22A66"/>
          </a:solidFill>
          <a:ln w="12700">
            <a:solidFill>
              <a:srgbClr val="22E6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78040" y="499262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View-Dependent Effects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78040" y="5266944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Realistically renders specular highlights &amp; reflections that change with angle.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— AI for 3D Scene Reconstruction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E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OUTLOOK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Challenges, Future Scope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B215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56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1230"/>
          </a:solidFill>
          <a:ln w="19050">
            <a:solidFill>
              <a:srgbClr val="E1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587752"/>
            <a:ext cx="82296" cy="82296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5973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 (hours) &amp; rendering (seconds/frame)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804672" y="3246120"/>
            <a:ext cx="82296" cy="82296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11810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many calibrated input images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04672" y="3904488"/>
            <a:ext cx="82296" cy="82296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764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dynamic or moving scenes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04672" y="4562856"/>
            <a:ext cx="82296" cy="82296"/>
          </a:xfrm>
          <a:prstGeom prst="ellipse">
            <a:avLst/>
          </a:prstGeom>
          <a:solidFill>
            <a:srgbClr val="E15A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4348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inaccurate camera poses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251960" y="16002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B2158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0560" y="1856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1230"/>
          </a:solidFill>
          <a:ln w="19050">
            <a:solidFill>
              <a:srgbClr val="22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7992" y="2587752"/>
            <a:ext cx="82296" cy="82296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45973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variants: Instant-NGP, Plenoxels (secs, not hours)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507992" y="3246120"/>
            <a:ext cx="82296" cy="82296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11810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/ sparse-view NeRFs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507992" y="3904488"/>
            <a:ext cx="82296" cy="82296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7764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deformable &amp; 4D scene modeling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507992" y="4562856"/>
            <a:ext cx="82296" cy="82296"/>
          </a:xfrm>
          <a:prstGeom prst="ellipse">
            <a:avLst/>
          </a:prstGeom>
          <a:solidFill>
            <a:srgbClr val="22E6C8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4348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with Gaussian Splatting &amp; generative AI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955280" y="16002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B2158"/>
          </a:solidFill>
          <a:ln/>
        </p:spPr>
      </p:sp>
      <p:sp>
        <p:nvSpPr>
          <p:cNvPr id="27" name="Shape 25"/>
          <p:cNvSpPr/>
          <p:nvPr/>
        </p:nvSpPr>
        <p:spPr>
          <a:xfrm>
            <a:off x="8183880" y="185623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0E123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18562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11312" y="2587752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0" y="245973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redefined how AI represents 3D scenes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211312" y="3246120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311810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2D photos and photorealistic 3D worlds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8211312" y="3904488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8412480" y="377647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the next era of neural graphics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211312" y="4562856"/>
            <a:ext cx="82296" cy="822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0" y="44348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CF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Rapidly evolving toward real-time, practical use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E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NeRF marks a turning point in computer vision — turning ordinary photographs into rich, explorable 3D worlds through pure neural computation.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NeRF — AI for 3D Scene Reconstruction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2026-07-27T04:00:23Z</dcterms:created>
  <dcterms:modified xsi:type="dcterms:W3CDTF">2026-07-27T04:00:23Z</dcterms:modified>
</cp:coreProperties>
</file>